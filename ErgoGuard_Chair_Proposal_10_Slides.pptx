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68E3-E5E9-C74F-E988-28F5D71DA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4FF2F-B700-664D-1DE0-D99C4CFFB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332D1-DA94-7AE2-D561-8755C808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8CB08-5130-5962-193C-111013458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7B9C3-F23E-0EA8-5C4B-42489340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017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F73D5-61A0-DBA6-4894-5F18770F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1464B-944D-CBB7-9FB6-C4F716A12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75E96-AB30-CB57-9DD5-656F6225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5B803-4489-BB6C-F789-DE8B8925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9F2C9-9FE1-C72A-C597-494EB79D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3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8327-F47C-C3D0-9C6C-858C0A088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CA198-D47A-EC60-E90F-B109C7638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26CE0-22BB-3F13-DA35-355ABD650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AC18E-6C9E-E284-2444-87D857493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6254-61CD-40C1-4A81-0B1F2E6D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4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57384-CCEF-3C4F-FA1E-D23719CCD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CC762-8602-D544-E20F-0C925C03A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1F488-C928-3AF9-ABE7-DADA4AEB3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CA4D8-E7B8-EB1E-483C-ECBE138F7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20DF8-EB34-1459-30D3-A487BB07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4B6ED-17AE-1D12-4D95-FA6CD47B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51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3194-5977-B457-6576-ECB633D9A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A7F39-DD1D-827C-329F-2E93503D7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0C9A7-53A0-7954-0691-00C59F6F0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A9726-1F3D-1983-9EC1-AEDB99071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295D3-DAFC-87DD-C62C-220FA9920A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CE3930-5811-7A48-BC2A-97CFCFEA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604C7-E0B4-7DC1-DF9F-38B59EC54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6F324C-42DA-E76F-162E-E1D50EAC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40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379D-02C4-7C90-6C34-FE5618F30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5A5ED1-DF48-1F16-5C1D-10FC1AED4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6FD63-7490-77E1-B7D5-1DFCF32C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77D88-031E-5883-8630-5A570E43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21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9F433-2D0D-1DBD-0FBF-E446D6B5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16A2E-66C4-5E9B-E2C4-1F8AFC965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A9493-87C1-5154-A3F7-A5B3C408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768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29DB-2A7C-DE53-8850-1D07051D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CF6FB-44F6-A6E3-2FB6-2E571C794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B1250-966F-4679-142A-C456478F5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8865E-A9F9-B3D4-FB48-1A0DF4A24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01C16-EE14-CB9D-C77A-9E5E038E1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7F734-4656-B81C-83F7-F770DB950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312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1AD6-EF2F-17AC-9E4F-5CC75672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27AC9-3E84-397B-0D9B-FB6243D9E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E9462-CD2A-A949-DAEE-4022F6F3E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532AF-D885-C227-4FF7-8C27F369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51D70-2D9C-8138-D518-3B431DD14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244D0-9857-7713-114F-6CA7C271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73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0ED83-2A22-6EAA-52D1-FF8513FC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DF62B-BCD7-6F64-B1A6-E9BC74D11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767E7-9560-0D32-9970-AA4765434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8C3B8-41CB-BB0D-56A9-440110C9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2E737-AA2A-82A4-B3AE-93626F402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12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393100-4F0D-7283-FABC-55DDEFCAD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8A013-9CB3-8B73-FBCD-2BD481741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902AA-A3B7-6AD3-8158-59DEFFFD8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E6C24-1AEE-D89D-71EA-5654A7DDF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BBB37-8ED7-0FDC-3EA6-B9614524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632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15A45-09CC-C065-53B6-54D32B73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C524B-2B52-AF98-D2F1-3FE550A24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162DD-15B1-46A6-B610-4A24290A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1F74-1AEB-4485-D07F-1FDEE409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05D2A-0BE8-C353-1B82-DC3FF80C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931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319B1-D9D2-5CC8-5F1A-47AED1F7E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ED1-B244-9238-582C-0B7C9D599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7943C-CB09-D8A9-2F3C-A54CFBF8F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7C75AE-8826-48A3-B5EC-080F1A2F8ADB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B1833-4409-A304-C3D2-E589B9CCA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75A50-45F5-2D5E-EB09-6FCDED6C7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45AA6-FA3D-4608-B766-E43F4B0A3F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7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A616E-B2A4-26A7-8DA4-5FF0C1E4E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ErgoGuard Chair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F549-3707-4A89-E951-E769F9542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Context-Aware Posture + Stress + Fatigue Prevention System</a:t>
            </a:r>
          </a:p>
          <a:p>
            <a:r>
              <a:rPr lang="en-US" sz="2200"/>
              <a:t>[Your Name]</a:t>
            </a:r>
          </a:p>
          <a:p>
            <a:r>
              <a:rPr lang="en-US" sz="2200"/>
              <a:t>[College Name] | Computer Science Engineering</a:t>
            </a:r>
          </a:p>
          <a:p>
            <a:r>
              <a:rPr lang="en-US" sz="2200"/>
              <a:t>Project Proposal | [Date]</a:t>
            </a: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1914851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D6FEB-EFA2-FB8D-DDC3-E2A2CAC4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90047-375E-EF06-0117-237F90CB9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• 70% of IT workers suffer from chronic back/neck pain</a:t>
            </a:r>
          </a:p>
          <a:p>
            <a:r>
              <a:rPr lang="en-US" sz="2200"/>
              <a:t>• Average sitting time: ~9 hours/day</a:t>
            </a:r>
          </a:p>
          <a:p>
            <a:r>
              <a:rPr lang="en-US" sz="2200"/>
              <a:t>• Existing solutions fail:</a:t>
            </a:r>
          </a:p>
          <a:p>
            <a:r>
              <a:rPr lang="en-US" sz="2200"/>
              <a:t>   - Wearables (e.g., Apple Watch): can't measure posture/weight distribution</a:t>
            </a:r>
          </a:p>
          <a:p>
            <a:r>
              <a:rPr lang="en-US" sz="2200"/>
              <a:t>   - Camera-based monitoring: privacy concerns</a:t>
            </a:r>
          </a:p>
          <a:p>
            <a:r>
              <a:rPr lang="en-US" sz="2200"/>
              <a:t>   - Fixed reminders: not context-aware</a:t>
            </a:r>
          </a:p>
          <a:p>
            <a:r>
              <a:rPr lang="en-US" sz="2200"/>
              <a:t>• Impact: productivity loss + rising healthcare costs</a:t>
            </a: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2035687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0C86-214F-27F1-3B24-AF147913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Proposed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EEA09-9401-C332-0C41-9EA5401C6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200"/>
              <a:t>ErgoGuard Chair is a hardware + software product that:</a:t>
            </a:r>
          </a:p>
          <a:p>
            <a:r>
              <a:rPr lang="en-IN" sz="2200"/>
              <a:t>• Detects posture in real-time using seat + backrest pressure sensors</a:t>
            </a:r>
          </a:p>
          <a:p>
            <a:r>
              <a:rPr lang="en-IN" sz="2200"/>
              <a:t>• Tracks sedentary behavior using micro-movement sensing (IMU)</a:t>
            </a:r>
          </a:p>
          <a:p>
            <a:r>
              <a:rPr lang="en-IN" sz="2200"/>
              <a:t>• Gives adaptive feedback via vibration + LED status</a:t>
            </a:r>
          </a:p>
          <a:p>
            <a:r>
              <a:rPr lang="en-IN" sz="2200"/>
              <a:t>• Provides analytics through a web dashboard</a:t>
            </a:r>
          </a:p>
        </p:txBody>
      </p:sp>
    </p:spTree>
    <p:extLst>
      <p:ext uri="{BB962C8B-B14F-4D97-AF65-F5344CB8AC3E}">
        <p14:creationId xmlns:p14="http://schemas.microsoft.com/office/powerpoint/2010/main" val="2944339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7B9A-C8AF-2A01-268E-134D95B02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Why ErgoGuard is Different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F6386-0988-C9C7-F579-ABECE47B7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• Wearables measure vitals; ErgoGuard measures posture + load distribution</a:t>
            </a:r>
          </a:p>
          <a:p>
            <a:r>
              <a:rPr lang="en-US" sz="2200"/>
              <a:t>• No camera required ? privacy-preserving</a:t>
            </a:r>
          </a:p>
          <a:p>
            <a:r>
              <a:rPr lang="en-US" sz="2200"/>
              <a:t>• Closed-loop intervention (LED/vibration), not just reminders</a:t>
            </a:r>
          </a:p>
          <a:p>
            <a:r>
              <a:rPr lang="en-US" sz="2200"/>
              <a:t>• Auto-calibration baseline per user (no manual tuning)</a:t>
            </a:r>
          </a:p>
          <a:p>
            <a:r>
              <a:rPr lang="en-US" sz="2200"/>
              <a:t>• Designed as a scalable product for offices/call centers/students</a:t>
            </a: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1411052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2A0BE-406A-3646-E9E6-215E6E8E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System Architecture (Proposed)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B5D24-2A8A-B4CB-3A6C-E7F8DB40F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200"/>
              <a:t>Sensors ? ESP32 (edge processing + WiFi) ? Backend ? Web Dashboard</a:t>
            </a:r>
          </a:p>
          <a:p>
            <a:endParaRPr lang="en-IN" sz="2200"/>
          </a:p>
          <a:p>
            <a:r>
              <a:rPr lang="en-IN" sz="2200"/>
              <a:t>Hardware:</a:t>
            </a:r>
          </a:p>
          <a:p>
            <a:r>
              <a:rPr lang="en-IN" sz="2200"/>
              <a:t>• 8x FSR pressure sensors (seat + backrest)</a:t>
            </a:r>
          </a:p>
          <a:p>
            <a:r>
              <a:rPr lang="en-IN" sz="2200"/>
              <a:t>• MPU6050 IMU (tilt + micro-movement)</a:t>
            </a:r>
          </a:p>
          <a:p>
            <a:r>
              <a:rPr lang="en-IN" sz="2200"/>
              <a:t>• Optional: MQ135 + DHT22 for environment</a:t>
            </a:r>
          </a:p>
          <a:p>
            <a:r>
              <a:rPr lang="en-IN" sz="2200"/>
              <a:t>• Actuators: vibration motors + WS2812B LED strip</a:t>
            </a:r>
          </a:p>
          <a:p>
            <a:endParaRPr lang="en-IN" sz="2200"/>
          </a:p>
          <a:p>
            <a:r>
              <a:rPr lang="en-IN" sz="2200"/>
              <a:t>Software:</a:t>
            </a:r>
          </a:p>
          <a:p>
            <a:r>
              <a:rPr lang="en-IN" sz="2200"/>
              <a:t>• Firmware (ESP32) + Backend (Node.js/MongoDB) + Frontend (React)</a:t>
            </a:r>
          </a:p>
        </p:txBody>
      </p:sp>
    </p:spTree>
    <p:extLst>
      <p:ext uri="{BB962C8B-B14F-4D97-AF65-F5344CB8AC3E}">
        <p14:creationId xmlns:p14="http://schemas.microsoft.com/office/powerpoint/2010/main" val="1010243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3BF4-A9E8-1E79-F0B8-C667A27F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Hardware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AFBD8-4107-E0CF-7447-146AB2619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200"/>
              <a:t>Core components:</a:t>
            </a:r>
          </a:p>
          <a:p>
            <a:r>
              <a:rPr lang="en-IN" sz="2200"/>
              <a:t>• ESP32 (WiFi + processing)</a:t>
            </a:r>
          </a:p>
          <a:p>
            <a:r>
              <a:rPr lang="en-IN" sz="2200"/>
              <a:t>• 8x FSR sensors (pressure mapping)</a:t>
            </a:r>
          </a:p>
          <a:p>
            <a:r>
              <a:rPr lang="en-IN" sz="2200"/>
              <a:t>• MPU6050 (movement + tilt)</a:t>
            </a:r>
          </a:p>
          <a:p>
            <a:r>
              <a:rPr lang="en-IN" sz="2200"/>
              <a:t>• Vibration motors (haptic feedback)</a:t>
            </a:r>
          </a:p>
          <a:p>
            <a:r>
              <a:rPr lang="en-IN" sz="2200"/>
              <a:t>• RGB LED strip (status feedback)</a:t>
            </a:r>
          </a:p>
          <a:p>
            <a:r>
              <a:rPr lang="en-IN" sz="2200"/>
              <a:t>• Optional: MQ135 + DHT22 (air/temperature)</a:t>
            </a:r>
          </a:p>
          <a:p>
            <a:endParaRPr lang="en-IN" sz="2200"/>
          </a:p>
          <a:p>
            <a:r>
              <a:rPr lang="en-IN" sz="2200"/>
              <a:t>Estimated prototype cost: ~?3,200–4,000 (can reduce in bulk)</a:t>
            </a:r>
          </a:p>
        </p:txBody>
      </p:sp>
    </p:spTree>
    <p:extLst>
      <p:ext uri="{BB962C8B-B14F-4D97-AF65-F5344CB8AC3E}">
        <p14:creationId xmlns:p14="http://schemas.microsoft.com/office/powerpoint/2010/main" val="316081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74C7-0DEE-D35F-7CBB-C9463DB22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Core Algorithm (Ergo-Stress Score)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C3E7B-8F95-331B-CDAC-F8E1599B6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200"/>
              <a:t>Base score = 100</a:t>
            </a:r>
          </a:p>
          <a:p>
            <a:endParaRPr lang="en-IN" sz="2200"/>
          </a:p>
          <a:p>
            <a:r>
              <a:rPr lang="en-IN" sz="2200"/>
              <a:t>Penalties from sensor fusion:</a:t>
            </a:r>
          </a:p>
          <a:p>
            <a:r>
              <a:rPr lang="en-IN" sz="2200"/>
              <a:t>• Posture deviation (forward lean / side lean / slouch)</a:t>
            </a:r>
          </a:p>
          <a:p>
            <a:r>
              <a:rPr lang="en-IN" sz="2200"/>
              <a:t>• Asymmetry (left-right / front-back weight imbalance)</a:t>
            </a:r>
          </a:p>
          <a:p>
            <a:r>
              <a:rPr lang="en-IN" sz="2200"/>
              <a:t>• Sedentary risk (low micro-movement + long sitting duration)</a:t>
            </a:r>
          </a:p>
          <a:p>
            <a:r>
              <a:rPr lang="en-IN" sz="2200"/>
              <a:t>• Optional environment penalty (poor air quality / temperature)</a:t>
            </a:r>
          </a:p>
          <a:p>
            <a:endParaRPr lang="en-IN" sz="2200"/>
          </a:p>
          <a:p>
            <a:r>
              <a:rPr lang="en-IN" sz="2200"/>
              <a:t>Final Score = 100 - (weighted penalties)  ? range 0–100</a:t>
            </a:r>
          </a:p>
        </p:txBody>
      </p:sp>
    </p:spTree>
    <p:extLst>
      <p:ext uri="{BB962C8B-B14F-4D97-AF65-F5344CB8AC3E}">
        <p14:creationId xmlns:p14="http://schemas.microsoft.com/office/powerpoint/2010/main" val="321749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2221-D2D5-AF0A-CBF3-A8CAD1385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Key Features (Planned)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154F0-BB46-E811-46C7-A6BEF895E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200"/>
              <a:t>Monitoring:</a:t>
            </a:r>
          </a:p>
          <a:p>
            <a:r>
              <a:rPr lang="en-IN" sz="2200"/>
              <a:t>• Posture score, asymmetry score, sedentary score, combined Ergo-Stress score</a:t>
            </a:r>
          </a:p>
          <a:p>
            <a:endParaRPr lang="en-IN" sz="2200"/>
          </a:p>
          <a:p>
            <a:r>
              <a:rPr lang="en-IN" sz="2200"/>
              <a:t>Interventions:</a:t>
            </a:r>
          </a:p>
          <a:p>
            <a:r>
              <a:rPr lang="en-IN" sz="2200"/>
              <a:t>• LED: Green (good), Amber (attention), Red (critical)</a:t>
            </a:r>
          </a:p>
          <a:p>
            <a:r>
              <a:rPr lang="en-IN" sz="2200"/>
              <a:t>• Vibration: intensity/pattern proportional to risk</a:t>
            </a:r>
          </a:p>
          <a:p>
            <a:endParaRPr lang="en-IN" sz="2200"/>
          </a:p>
          <a:p>
            <a:r>
              <a:rPr lang="en-IN" sz="2200"/>
              <a:t>Dashboard:</a:t>
            </a:r>
          </a:p>
          <a:p>
            <a:r>
              <a:rPr lang="en-IN" sz="2200"/>
              <a:t>• Real-time view + history trends + posture breakdown</a:t>
            </a:r>
          </a:p>
        </p:txBody>
      </p:sp>
    </p:spTree>
    <p:extLst>
      <p:ext uri="{BB962C8B-B14F-4D97-AF65-F5344CB8AC3E}">
        <p14:creationId xmlns:p14="http://schemas.microsoft.com/office/powerpoint/2010/main" val="1265843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1441-845A-B508-7277-C49F5DAC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Implementation Plan (2 Months)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039EE-4FAD-350B-EA0B-BA28B9A79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200"/>
              <a:t>Week 1–2: Hardware assembly + sensor testing</a:t>
            </a:r>
          </a:p>
          <a:p>
            <a:r>
              <a:rPr lang="en-IN" sz="2200"/>
              <a:t>Week 3–4: ESP32 firmware + scoring algorithm</a:t>
            </a:r>
          </a:p>
          <a:p>
            <a:r>
              <a:rPr lang="en-IN" sz="2200"/>
              <a:t>Week 5–6: Backend API + database + real-time updates</a:t>
            </a:r>
          </a:p>
          <a:p>
            <a:r>
              <a:rPr lang="en-IN" sz="2200"/>
              <a:t>Week 7: Web dashboard UI + charts</a:t>
            </a:r>
          </a:p>
          <a:p>
            <a:r>
              <a:rPr lang="en-IN" sz="2200"/>
              <a:t>Week 8: Integration + testing + documentation</a:t>
            </a:r>
          </a:p>
          <a:p>
            <a:endParaRPr lang="en-IN" sz="2200"/>
          </a:p>
          <a:p>
            <a:r>
              <a:rPr lang="en-IN" sz="2200"/>
              <a:t>Success criteria:</a:t>
            </a:r>
          </a:p>
          <a:p>
            <a:r>
              <a:rPr lang="en-IN" sz="2200"/>
              <a:t>• End-to-end data flow working</a:t>
            </a:r>
          </a:p>
          <a:p>
            <a:r>
              <a:rPr lang="en-IN" sz="2200"/>
              <a:t>• Real-time scores + intervention triggers</a:t>
            </a:r>
          </a:p>
          <a:p>
            <a:r>
              <a:rPr lang="en-IN" sz="2200"/>
              <a:t>• Dashboard shows live + historical insights</a:t>
            </a:r>
          </a:p>
        </p:txBody>
      </p:sp>
    </p:spTree>
    <p:extLst>
      <p:ext uri="{BB962C8B-B14F-4D97-AF65-F5344CB8AC3E}">
        <p14:creationId xmlns:p14="http://schemas.microsoft.com/office/powerpoint/2010/main" val="1073646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B31F4-E879-A7F7-157B-1C2768021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Innovation, Impact &amp;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9CE36-8F38-F8C3-D5FD-F492A7559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IN" sz="2200"/>
              <a:t>Patent-worthy innovations (high level):</a:t>
            </a:r>
          </a:p>
          <a:p>
            <a:r>
              <a:rPr lang="en-IN" sz="2200"/>
              <a:t>• Multi-modal sensor fusion ? unified ergonomic risk score</a:t>
            </a:r>
          </a:p>
          <a:p>
            <a:r>
              <a:rPr lang="en-IN" sz="2200"/>
              <a:t>• Adaptive intervention policy (not fixed reminders)</a:t>
            </a:r>
          </a:p>
          <a:p>
            <a:r>
              <a:rPr lang="en-IN" sz="2200"/>
              <a:t>• Privacy-preserving design (no camera)</a:t>
            </a:r>
          </a:p>
          <a:p>
            <a:r>
              <a:rPr lang="en-IN" sz="2200"/>
              <a:t>• Auto-calibration for different body types</a:t>
            </a:r>
          </a:p>
          <a:p>
            <a:endParaRPr lang="en-IN" sz="2200"/>
          </a:p>
          <a:p>
            <a:r>
              <a:rPr lang="en-IN" sz="2200"/>
              <a:t>Impact:</a:t>
            </a:r>
          </a:p>
          <a:p>
            <a:r>
              <a:rPr lang="en-IN" sz="2200"/>
              <a:t>• Better posture awareness, reduced fatigue, better break habits</a:t>
            </a:r>
          </a:p>
          <a:p>
            <a:r>
              <a:rPr lang="en-IN" sz="2200"/>
              <a:t>• Scalable for IT offices/call centers/students</a:t>
            </a:r>
          </a:p>
          <a:p>
            <a:endParaRPr lang="en-IN" sz="2200"/>
          </a:p>
          <a:p>
            <a:r>
              <a:rPr lang="en-IN" sz="2200"/>
              <a:t>Thank you — Questions?</a:t>
            </a:r>
          </a:p>
        </p:txBody>
      </p:sp>
    </p:spTree>
    <p:extLst>
      <p:ext uri="{BB962C8B-B14F-4D97-AF65-F5344CB8AC3E}">
        <p14:creationId xmlns:p14="http://schemas.microsoft.com/office/powerpoint/2010/main" val="2242001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ErgoGuard Chair</vt:lpstr>
      <vt:lpstr>Problem Statement</vt:lpstr>
      <vt:lpstr>Proposed Solution</vt:lpstr>
      <vt:lpstr>Why ErgoGuard is Different</vt:lpstr>
      <vt:lpstr>System Architecture (Proposed)</vt:lpstr>
      <vt:lpstr>Hardware Overview</vt:lpstr>
      <vt:lpstr>Core Algorithm (Ergo-Stress Score)</vt:lpstr>
      <vt:lpstr>Key Features (Planned)</vt:lpstr>
      <vt:lpstr>Implementation Plan (2 Months)</vt:lpstr>
      <vt:lpstr>Innovation, Impact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KAMALESHWARAN TR</dc:creator>
  <cp:lastModifiedBy>KAMALESHWARAN TR</cp:lastModifiedBy>
  <cp:revision>1</cp:revision>
  <dcterms:created xsi:type="dcterms:W3CDTF">2026-01-21T17:36:47Z</dcterms:created>
  <dcterms:modified xsi:type="dcterms:W3CDTF">2026-01-21T17:36:47Z</dcterms:modified>
</cp:coreProperties>
</file>